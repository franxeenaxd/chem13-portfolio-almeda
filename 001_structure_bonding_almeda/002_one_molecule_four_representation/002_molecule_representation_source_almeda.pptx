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938000" cy="11938000"/>
  <p:notesSz cx="6858000" cy="9144000"/>
  <p:embeddedFontLs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jpeg" Type="http://schemas.openxmlformats.org/officeDocument/2006/relationships/image"/><Relationship Id="rId4" Target="../media/image33.jpeg" Type="http://schemas.openxmlformats.org/officeDocument/2006/relationships/image"/><Relationship Id="rId5" Target="../media/image3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Relationship Id="rId5" Target="../media/image38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jpeg" Type="http://schemas.openxmlformats.org/officeDocument/2006/relationships/image"/><Relationship Id="rId4" Target="../media/image41.jpeg" Type="http://schemas.openxmlformats.org/officeDocument/2006/relationships/image"/><Relationship Id="rId5" Target="../media/image42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99429" y="2446382"/>
            <a:ext cx="3050486" cy="2745001"/>
          </a:xfrm>
          <a:custGeom>
            <a:avLst/>
            <a:gdLst/>
            <a:ahLst/>
            <a:cxnLst/>
            <a:rect r="r" b="b" t="t" l="l"/>
            <a:pathLst>
              <a:path h="2745001" w="3050486">
                <a:moveTo>
                  <a:pt x="0" y="0"/>
                </a:moveTo>
                <a:lnTo>
                  <a:pt x="3050486" y="0"/>
                </a:lnTo>
                <a:lnTo>
                  <a:pt x="3050486" y="2745001"/>
                </a:lnTo>
                <a:lnTo>
                  <a:pt x="0" y="2745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46027" y="6792774"/>
            <a:ext cx="4730916" cy="1694934"/>
          </a:xfrm>
          <a:custGeom>
            <a:avLst/>
            <a:gdLst/>
            <a:ahLst/>
            <a:cxnLst/>
            <a:rect r="r" b="b" t="t" l="l"/>
            <a:pathLst>
              <a:path h="1694934" w="4730916">
                <a:moveTo>
                  <a:pt x="0" y="0"/>
                </a:moveTo>
                <a:lnTo>
                  <a:pt x="4730915" y="0"/>
                </a:lnTo>
                <a:lnTo>
                  <a:pt x="4730915" y="1694935"/>
                </a:lnTo>
                <a:lnTo>
                  <a:pt x="0" y="169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91365" y="10061369"/>
            <a:ext cx="3000486" cy="1361717"/>
          </a:xfrm>
          <a:custGeom>
            <a:avLst/>
            <a:gdLst/>
            <a:ahLst/>
            <a:cxnLst/>
            <a:rect r="r" b="b" t="t" l="l"/>
            <a:pathLst>
              <a:path h="1361717" w="3000486">
                <a:moveTo>
                  <a:pt x="0" y="0"/>
                </a:moveTo>
                <a:lnTo>
                  <a:pt x="3000486" y="0"/>
                </a:lnTo>
                <a:lnTo>
                  <a:pt x="3000486" y="1361717"/>
                </a:lnTo>
                <a:lnTo>
                  <a:pt x="0" y="1361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216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95752" y="10061369"/>
            <a:ext cx="4099804" cy="1361717"/>
          </a:xfrm>
          <a:custGeom>
            <a:avLst/>
            <a:gdLst/>
            <a:ahLst/>
            <a:cxnLst/>
            <a:rect r="r" b="b" t="t" l="l"/>
            <a:pathLst>
              <a:path h="1361717" w="4099804">
                <a:moveTo>
                  <a:pt x="0" y="0"/>
                </a:moveTo>
                <a:lnTo>
                  <a:pt x="4099804" y="0"/>
                </a:lnTo>
                <a:lnTo>
                  <a:pt x="4099804" y="1361717"/>
                </a:lnTo>
                <a:lnTo>
                  <a:pt x="0" y="1361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1843" r="0" b="-183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6281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773247" y="2600210"/>
            <a:ext cx="7423524" cy="134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5"/>
              </a:lnSpc>
              <a:spcBef>
                <a:spcPct val="0"/>
              </a:spcBef>
            </a:pPr>
            <a:r>
              <a:rPr lang="en-US" b="true" sz="75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75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lang="en-US" b="true" sz="75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75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​​​​​​​8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552353" y="6904988"/>
            <a:ext cx="6981737" cy="92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1"/>
              </a:lnSpc>
              <a:spcBef>
                <a:spcPct val="0"/>
              </a:spcBef>
            </a:pPr>
            <a:r>
              <a:rPr lang="en-US" b="true" sz="51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</a:t>
            </a:r>
            <a:r>
              <a:rPr lang="en-US" b="true" sz="51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lang="en-US" b="true" sz="51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</a:t>
            </a:r>
            <a:r>
              <a:rPr lang="en-US" b="true" sz="51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b="true" sz="51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</a:t>
            </a:r>
            <a:r>
              <a:rPr lang="en-US" b="true" sz="51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1365" y="10099432"/>
            <a:ext cx="3337994" cy="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3"/>
              </a:lnSpc>
              <a:spcBef>
                <a:spcPct val="0"/>
              </a:spcBef>
            </a:pPr>
            <a:r>
              <a:rPr lang="en-US" b="true" sz="17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3C + 8H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1365" y="10789762"/>
            <a:ext cx="4167196" cy="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  <a:spcBef>
                <a:spcPct val="0"/>
              </a:spcBef>
            </a:pPr>
            <a:r>
              <a:rPr lang="en-US" b="true" sz="17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25437" y="10004219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125437" y="10632600"/>
            <a:ext cx="3337994" cy="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  <a:spcBef>
                <a:spcPct val="0"/>
              </a:spcBef>
            </a:pPr>
            <a:r>
              <a:rPr lang="en-US" b="true" sz="17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96281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54511" y="2580975"/>
            <a:ext cx="3798791" cy="2622175"/>
          </a:xfrm>
          <a:custGeom>
            <a:avLst/>
            <a:gdLst/>
            <a:ahLst/>
            <a:cxnLst/>
            <a:rect r="r" b="b" t="t" l="l"/>
            <a:pathLst>
              <a:path h="2622175" w="3798791">
                <a:moveTo>
                  <a:pt x="0" y="0"/>
                </a:moveTo>
                <a:lnTo>
                  <a:pt x="3798791" y="0"/>
                </a:lnTo>
                <a:lnTo>
                  <a:pt x="3798791" y="2622174"/>
                </a:lnTo>
                <a:lnTo>
                  <a:pt x="0" y="2622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3796" y="6613166"/>
            <a:ext cx="4399506" cy="1755313"/>
          </a:xfrm>
          <a:custGeom>
            <a:avLst/>
            <a:gdLst/>
            <a:ahLst/>
            <a:cxnLst/>
            <a:rect r="r" b="b" t="t" l="l"/>
            <a:pathLst>
              <a:path h="1755313" w="4399506">
                <a:moveTo>
                  <a:pt x="0" y="0"/>
                </a:moveTo>
                <a:lnTo>
                  <a:pt x="4399506" y="0"/>
                </a:lnTo>
                <a:lnTo>
                  <a:pt x="4399506" y="1755314"/>
                </a:lnTo>
                <a:lnTo>
                  <a:pt x="0" y="1755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44701" y="10021647"/>
            <a:ext cx="3598455" cy="1258657"/>
          </a:xfrm>
          <a:custGeom>
            <a:avLst/>
            <a:gdLst/>
            <a:ahLst/>
            <a:cxnLst/>
            <a:rect r="r" b="b" t="t" l="l"/>
            <a:pathLst>
              <a:path h="1258657" w="3598455">
                <a:moveTo>
                  <a:pt x="0" y="0"/>
                </a:moveTo>
                <a:lnTo>
                  <a:pt x="3598455" y="0"/>
                </a:lnTo>
                <a:lnTo>
                  <a:pt x="3598455" y="1258657"/>
                </a:lnTo>
                <a:lnTo>
                  <a:pt x="0" y="1258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2687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400368" y="2666973"/>
            <a:ext cx="6677767" cy="122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30"/>
              </a:lnSpc>
              <a:spcBef>
                <a:spcPct val="0"/>
              </a:spcBef>
            </a:pPr>
            <a:r>
              <a:rPr lang="en-US" b="true" sz="68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8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b="true" sz="68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8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  <a:r>
              <a:rPr lang="en-US" b="true" sz="68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2512" y="6926111"/>
            <a:ext cx="5372007" cy="97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b="true" sz="547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CH₃CH₂OH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46510" y="10021647"/>
            <a:ext cx="4260208" cy="1258657"/>
          </a:xfrm>
          <a:custGeom>
            <a:avLst/>
            <a:gdLst/>
            <a:ahLst/>
            <a:cxnLst/>
            <a:rect r="r" b="b" t="t" l="l"/>
            <a:pathLst>
              <a:path h="1258657" w="4260208">
                <a:moveTo>
                  <a:pt x="0" y="0"/>
                </a:moveTo>
                <a:lnTo>
                  <a:pt x="4260207" y="0"/>
                </a:lnTo>
                <a:lnTo>
                  <a:pt x="4260207" y="1258657"/>
                </a:lnTo>
                <a:lnTo>
                  <a:pt x="0" y="1258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0766" r="0" b="-919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4864" y="9964497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2C + 6H + 1O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4864" y="10616411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80930" y="10022403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96281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6281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74057" y="2385830"/>
            <a:ext cx="3623885" cy="2828165"/>
          </a:xfrm>
          <a:custGeom>
            <a:avLst/>
            <a:gdLst/>
            <a:ahLst/>
            <a:cxnLst/>
            <a:rect r="r" b="b" t="t" l="l"/>
            <a:pathLst>
              <a:path h="2828165" w="3623885">
                <a:moveTo>
                  <a:pt x="0" y="0"/>
                </a:moveTo>
                <a:lnTo>
                  <a:pt x="3623885" y="0"/>
                </a:lnTo>
                <a:lnTo>
                  <a:pt x="3623885" y="2828164"/>
                </a:lnTo>
                <a:lnTo>
                  <a:pt x="0" y="2828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63770" y="6445568"/>
            <a:ext cx="3499176" cy="2440385"/>
          </a:xfrm>
          <a:custGeom>
            <a:avLst/>
            <a:gdLst/>
            <a:ahLst/>
            <a:cxnLst/>
            <a:rect r="r" b="b" t="t" l="l"/>
            <a:pathLst>
              <a:path h="2440385" w="3499176">
                <a:moveTo>
                  <a:pt x="0" y="0"/>
                </a:moveTo>
                <a:lnTo>
                  <a:pt x="3499177" y="0"/>
                </a:lnTo>
                <a:lnTo>
                  <a:pt x="3499177" y="2440385"/>
                </a:lnTo>
                <a:lnTo>
                  <a:pt x="0" y="2440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9201" y="9913261"/>
            <a:ext cx="3408034" cy="1517421"/>
          </a:xfrm>
          <a:custGeom>
            <a:avLst/>
            <a:gdLst/>
            <a:ahLst/>
            <a:cxnLst/>
            <a:rect r="r" b="b" t="t" l="l"/>
            <a:pathLst>
              <a:path h="1517421" w="3408034">
                <a:moveTo>
                  <a:pt x="0" y="0"/>
                </a:moveTo>
                <a:lnTo>
                  <a:pt x="3408034" y="0"/>
                </a:lnTo>
                <a:lnTo>
                  <a:pt x="3408034" y="1517421"/>
                </a:lnTo>
                <a:lnTo>
                  <a:pt x="0" y="1517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321" r="0" b="-2532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27530" y="9913261"/>
            <a:ext cx="4248829" cy="1359247"/>
          </a:xfrm>
          <a:custGeom>
            <a:avLst/>
            <a:gdLst/>
            <a:ahLst/>
            <a:cxnLst/>
            <a:rect r="r" b="b" t="t" l="l"/>
            <a:pathLst>
              <a:path h="1359247" w="4248829">
                <a:moveTo>
                  <a:pt x="0" y="0"/>
                </a:moveTo>
                <a:lnTo>
                  <a:pt x="4248829" y="0"/>
                </a:lnTo>
                <a:lnTo>
                  <a:pt x="4248829" y="1359246"/>
                </a:lnTo>
                <a:lnTo>
                  <a:pt x="0" y="1359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4831" r="0" b="-5483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619754" y="2633297"/>
            <a:ext cx="7116538" cy="129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6"/>
              </a:lnSpc>
              <a:spcBef>
                <a:spcPct val="0"/>
              </a:spcBef>
            </a:pPr>
            <a:r>
              <a:rPr lang="en-US" b="true" sz="72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72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lang="en-US" b="true" sz="72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72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  <a:r>
              <a:rPr lang="en-US" b="true" sz="72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5144" y="6815551"/>
            <a:ext cx="6067319" cy="220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CH₃COCH₃</a:t>
            </a:r>
          </a:p>
          <a:p>
            <a:pPr algn="ctr">
              <a:lnSpc>
                <a:spcPts val="86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54864" y="9964497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3C + 6H + 1O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4864" y="10608614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25437" y="10004219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96281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6281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82863" y="2326410"/>
            <a:ext cx="3019733" cy="2847177"/>
          </a:xfrm>
          <a:custGeom>
            <a:avLst/>
            <a:gdLst/>
            <a:ahLst/>
            <a:cxnLst/>
            <a:rect r="r" b="b" t="t" l="l"/>
            <a:pathLst>
              <a:path h="2847177" w="3019733">
                <a:moveTo>
                  <a:pt x="0" y="0"/>
                </a:moveTo>
                <a:lnTo>
                  <a:pt x="3019733" y="0"/>
                </a:lnTo>
                <a:lnTo>
                  <a:pt x="3019733" y="2847177"/>
                </a:lnTo>
                <a:lnTo>
                  <a:pt x="0" y="28471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37584" y="6422668"/>
            <a:ext cx="3565012" cy="2555593"/>
          </a:xfrm>
          <a:custGeom>
            <a:avLst/>
            <a:gdLst/>
            <a:ahLst/>
            <a:cxnLst/>
            <a:rect r="r" b="b" t="t" l="l"/>
            <a:pathLst>
              <a:path h="2555593" w="3565012">
                <a:moveTo>
                  <a:pt x="0" y="0"/>
                </a:moveTo>
                <a:lnTo>
                  <a:pt x="3565012" y="0"/>
                </a:lnTo>
                <a:lnTo>
                  <a:pt x="3565012" y="2555593"/>
                </a:lnTo>
                <a:lnTo>
                  <a:pt x="0" y="2555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6278" y="10126876"/>
            <a:ext cx="3655768" cy="1246078"/>
          </a:xfrm>
          <a:custGeom>
            <a:avLst/>
            <a:gdLst/>
            <a:ahLst/>
            <a:cxnLst/>
            <a:rect r="r" b="b" t="t" l="l"/>
            <a:pathLst>
              <a:path h="1246078" w="3655768">
                <a:moveTo>
                  <a:pt x="0" y="0"/>
                </a:moveTo>
                <a:lnTo>
                  <a:pt x="3655768" y="0"/>
                </a:lnTo>
                <a:lnTo>
                  <a:pt x="3655768" y="1246078"/>
                </a:lnTo>
                <a:lnTo>
                  <a:pt x="0" y="1246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5144" r="0" b="-3514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668520" y="2616286"/>
            <a:ext cx="7214070" cy="131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73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b="true" sz="73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73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r>
              <a:rPr lang="en-US" b="true" sz="73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735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95144" y="6806011"/>
            <a:ext cx="6067319" cy="111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9"/>
              </a:lnSpc>
              <a:spcBef>
                <a:spcPct val="0"/>
              </a:spcBef>
            </a:pP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CH₃COOH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46828" y="10126876"/>
            <a:ext cx="4422103" cy="1246078"/>
          </a:xfrm>
          <a:custGeom>
            <a:avLst/>
            <a:gdLst/>
            <a:ahLst/>
            <a:cxnLst/>
            <a:rect r="r" b="b" t="t" l="l"/>
            <a:pathLst>
              <a:path h="1246078" w="4422103">
                <a:moveTo>
                  <a:pt x="0" y="0"/>
                </a:moveTo>
                <a:lnTo>
                  <a:pt x="4422103" y="0"/>
                </a:lnTo>
                <a:lnTo>
                  <a:pt x="4422103" y="1246078"/>
                </a:lnTo>
                <a:lnTo>
                  <a:pt x="0" y="1246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2992" r="0" b="-5299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61005" y="9964497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2C + 4C +2O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1005" y="10616411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25437" y="10004219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75256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5731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63575" y="2613545"/>
            <a:ext cx="4503544" cy="2251234"/>
          </a:xfrm>
          <a:custGeom>
            <a:avLst/>
            <a:gdLst/>
            <a:ahLst/>
            <a:cxnLst/>
            <a:rect r="r" b="b" t="t" l="l"/>
            <a:pathLst>
              <a:path h="2251234" w="4503544">
                <a:moveTo>
                  <a:pt x="0" y="0"/>
                </a:moveTo>
                <a:lnTo>
                  <a:pt x="4503544" y="0"/>
                </a:lnTo>
                <a:lnTo>
                  <a:pt x="4503544" y="2251235"/>
                </a:lnTo>
                <a:lnTo>
                  <a:pt x="0" y="2251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514" r="0" b="-3507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36824" y="6474576"/>
            <a:ext cx="4930295" cy="2286870"/>
          </a:xfrm>
          <a:custGeom>
            <a:avLst/>
            <a:gdLst/>
            <a:ahLst/>
            <a:cxnLst/>
            <a:rect r="r" b="b" t="t" l="l"/>
            <a:pathLst>
              <a:path h="2286870" w="4930295">
                <a:moveTo>
                  <a:pt x="0" y="0"/>
                </a:moveTo>
                <a:lnTo>
                  <a:pt x="4930295" y="0"/>
                </a:lnTo>
                <a:lnTo>
                  <a:pt x="4930295" y="2286869"/>
                </a:lnTo>
                <a:lnTo>
                  <a:pt x="0" y="2286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6335" y="10053593"/>
            <a:ext cx="3367796" cy="1386581"/>
          </a:xfrm>
          <a:custGeom>
            <a:avLst/>
            <a:gdLst/>
            <a:ahLst/>
            <a:cxnLst/>
            <a:rect r="r" b="b" t="t" l="l"/>
            <a:pathLst>
              <a:path h="1386581" w="3367796">
                <a:moveTo>
                  <a:pt x="0" y="0"/>
                </a:moveTo>
                <a:lnTo>
                  <a:pt x="3367796" y="0"/>
                </a:lnTo>
                <a:lnTo>
                  <a:pt x="3367796" y="1386581"/>
                </a:lnTo>
                <a:lnTo>
                  <a:pt x="0" y="1386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659" r="0" b="-6565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505054" y="2641378"/>
            <a:ext cx="6887138" cy="126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9"/>
              </a:lnSpc>
              <a:spcBef>
                <a:spcPct val="0"/>
              </a:spcBef>
            </a:pPr>
            <a:r>
              <a:rPr lang="en-US" b="true" sz="70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70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r>
              <a:rPr lang="en-US" b="true" sz="70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70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  <a:r>
              <a:rPr lang="en-US" b="true" sz="70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70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3510" y="7053207"/>
            <a:ext cx="5370011" cy="147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2"/>
              </a:lnSpc>
            </a:pPr>
            <a:r>
              <a:rPr lang="en-US" sz="414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CH₃COOCH₂CH₃</a:t>
            </a:r>
          </a:p>
          <a:p>
            <a:pPr algn="ctr">
              <a:lnSpc>
                <a:spcPts val="5802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43966" y="10053593"/>
            <a:ext cx="4047509" cy="1276997"/>
          </a:xfrm>
          <a:custGeom>
            <a:avLst/>
            <a:gdLst/>
            <a:ahLst/>
            <a:cxnLst/>
            <a:rect r="r" b="b" t="t" l="l"/>
            <a:pathLst>
              <a:path h="1276997" w="4047509">
                <a:moveTo>
                  <a:pt x="0" y="0"/>
                </a:moveTo>
                <a:lnTo>
                  <a:pt x="4047509" y="0"/>
                </a:lnTo>
                <a:lnTo>
                  <a:pt x="4047509" y="1276996"/>
                </a:lnTo>
                <a:lnTo>
                  <a:pt x="0" y="1276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0931" r="0" b="-10093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6335" y="9996443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4C + 8H + 2O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6335" y="10666697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25437" y="10004219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81963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1963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77236" y="2435601"/>
            <a:ext cx="2828645" cy="2819216"/>
          </a:xfrm>
          <a:custGeom>
            <a:avLst/>
            <a:gdLst/>
            <a:ahLst/>
            <a:cxnLst/>
            <a:rect r="r" b="b" t="t" l="l"/>
            <a:pathLst>
              <a:path h="2819216" w="2828645">
                <a:moveTo>
                  <a:pt x="0" y="0"/>
                </a:moveTo>
                <a:lnTo>
                  <a:pt x="2828644" y="0"/>
                </a:lnTo>
                <a:lnTo>
                  <a:pt x="2828644" y="2819216"/>
                </a:lnTo>
                <a:lnTo>
                  <a:pt x="0" y="2819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10867" y="6483976"/>
            <a:ext cx="2361383" cy="2480676"/>
          </a:xfrm>
          <a:custGeom>
            <a:avLst/>
            <a:gdLst/>
            <a:ahLst/>
            <a:cxnLst/>
            <a:rect r="r" b="b" t="t" l="l"/>
            <a:pathLst>
              <a:path h="2480676" w="2361383">
                <a:moveTo>
                  <a:pt x="0" y="0"/>
                </a:moveTo>
                <a:lnTo>
                  <a:pt x="2361382" y="0"/>
                </a:lnTo>
                <a:lnTo>
                  <a:pt x="2361382" y="2480676"/>
                </a:lnTo>
                <a:lnTo>
                  <a:pt x="0" y="2480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7502" y="10072937"/>
            <a:ext cx="3423398" cy="1353956"/>
          </a:xfrm>
          <a:custGeom>
            <a:avLst/>
            <a:gdLst/>
            <a:ahLst/>
            <a:cxnLst/>
            <a:rect r="r" b="b" t="t" l="l"/>
            <a:pathLst>
              <a:path h="1353956" w="3423398">
                <a:moveTo>
                  <a:pt x="0" y="0"/>
                </a:moveTo>
                <a:lnTo>
                  <a:pt x="3423398" y="0"/>
                </a:lnTo>
                <a:lnTo>
                  <a:pt x="3423398" y="1353956"/>
                </a:lnTo>
                <a:lnTo>
                  <a:pt x="0" y="13539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381" r="0" b="-143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95144" y="2732876"/>
            <a:ext cx="6067319" cy="111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9"/>
              </a:lnSpc>
              <a:spcBef>
                <a:spcPct val="0"/>
              </a:spcBef>
            </a:pP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3657802" y="6901160"/>
            <a:ext cx="13192636" cy="117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3"/>
              </a:lnSpc>
              <a:spcBef>
                <a:spcPct val="0"/>
              </a:spcBef>
            </a:pPr>
            <a:r>
              <a:rPr lang="en-US" b="true" sz="650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(CH₂)₆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80355" y="9987754"/>
            <a:ext cx="4256757" cy="1353956"/>
          </a:xfrm>
          <a:custGeom>
            <a:avLst/>
            <a:gdLst/>
            <a:ahLst/>
            <a:cxnLst/>
            <a:rect r="r" b="b" t="t" l="l"/>
            <a:pathLst>
              <a:path h="1353956" w="4256757">
                <a:moveTo>
                  <a:pt x="0" y="0"/>
                </a:moveTo>
                <a:lnTo>
                  <a:pt x="4256757" y="0"/>
                </a:lnTo>
                <a:lnTo>
                  <a:pt x="4256757" y="1353956"/>
                </a:lnTo>
                <a:lnTo>
                  <a:pt x="0" y="13539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0054" r="0" b="-3005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4864" y="9964497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6C + 12H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4864" y="10608614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80930" y="10022403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96281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6281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36805" y="2368596"/>
            <a:ext cx="2898810" cy="2953225"/>
          </a:xfrm>
          <a:custGeom>
            <a:avLst/>
            <a:gdLst/>
            <a:ahLst/>
            <a:cxnLst/>
            <a:rect r="r" b="b" t="t" l="l"/>
            <a:pathLst>
              <a:path h="2953225" w="2898810">
                <a:moveTo>
                  <a:pt x="0" y="0"/>
                </a:moveTo>
                <a:lnTo>
                  <a:pt x="2898811" y="0"/>
                </a:lnTo>
                <a:lnTo>
                  <a:pt x="2898811" y="2953225"/>
                </a:lnTo>
                <a:lnTo>
                  <a:pt x="0" y="295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8394" y="6496500"/>
            <a:ext cx="3047221" cy="2431080"/>
          </a:xfrm>
          <a:custGeom>
            <a:avLst/>
            <a:gdLst/>
            <a:ahLst/>
            <a:cxnLst/>
            <a:rect r="r" b="b" t="t" l="l"/>
            <a:pathLst>
              <a:path h="2431080" w="3047221">
                <a:moveTo>
                  <a:pt x="0" y="0"/>
                </a:moveTo>
                <a:lnTo>
                  <a:pt x="3047222" y="0"/>
                </a:lnTo>
                <a:lnTo>
                  <a:pt x="3047222" y="2431080"/>
                </a:lnTo>
                <a:lnTo>
                  <a:pt x="0" y="243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4667" y="9984738"/>
            <a:ext cx="3381509" cy="1266076"/>
          </a:xfrm>
          <a:custGeom>
            <a:avLst/>
            <a:gdLst/>
            <a:ahLst/>
            <a:cxnLst/>
            <a:rect r="r" b="b" t="t" l="l"/>
            <a:pathLst>
              <a:path h="1266076" w="3381509">
                <a:moveTo>
                  <a:pt x="0" y="0"/>
                </a:moveTo>
                <a:lnTo>
                  <a:pt x="3381509" y="0"/>
                </a:lnTo>
                <a:lnTo>
                  <a:pt x="3381509" y="1266076"/>
                </a:lnTo>
                <a:lnTo>
                  <a:pt x="0" y="1266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6410" r="0" b="-3641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95144" y="2732876"/>
            <a:ext cx="6067319" cy="111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9"/>
              </a:lnSpc>
              <a:spcBef>
                <a:spcPct val="0"/>
              </a:spcBef>
            </a:pP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2116970" y="7010782"/>
            <a:ext cx="10110972" cy="176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4"/>
              </a:lnSpc>
            </a:pPr>
            <a:r>
              <a:rPr lang="en-US" sz="498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(CH₂)₅CO</a:t>
            </a:r>
          </a:p>
          <a:p>
            <a:pPr algn="ctr">
              <a:lnSpc>
                <a:spcPts val="6984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54107" y="9984738"/>
            <a:ext cx="4339595" cy="1266076"/>
          </a:xfrm>
          <a:custGeom>
            <a:avLst/>
            <a:gdLst/>
            <a:ahLst/>
            <a:cxnLst/>
            <a:rect r="r" b="b" t="t" l="l"/>
            <a:pathLst>
              <a:path h="1266076" w="4339595">
                <a:moveTo>
                  <a:pt x="0" y="0"/>
                </a:moveTo>
                <a:lnTo>
                  <a:pt x="4339595" y="0"/>
                </a:lnTo>
                <a:lnTo>
                  <a:pt x="4339595" y="1266076"/>
                </a:lnTo>
                <a:lnTo>
                  <a:pt x="0" y="1266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0892" r="0" b="-6089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4667" y="9953884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6C + 10H + 1O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4667" y="10692765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80930" y="10022403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76495" y="9893457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6495" y="10526495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18967" y="2364474"/>
            <a:ext cx="1719462" cy="2961469"/>
          </a:xfrm>
          <a:custGeom>
            <a:avLst/>
            <a:gdLst/>
            <a:ahLst/>
            <a:cxnLst/>
            <a:rect r="r" b="b" t="t" l="l"/>
            <a:pathLst>
              <a:path h="2961469" w="1719462">
                <a:moveTo>
                  <a:pt x="0" y="0"/>
                </a:moveTo>
                <a:lnTo>
                  <a:pt x="1719462" y="0"/>
                </a:lnTo>
                <a:lnTo>
                  <a:pt x="1719462" y="2961469"/>
                </a:lnTo>
                <a:lnTo>
                  <a:pt x="0" y="2961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18967" y="6330006"/>
            <a:ext cx="1280166" cy="2560333"/>
          </a:xfrm>
          <a:custGeom>
            <a:avLst/>
            <a:gdLst/>
            <a:ahLst/>
            <a:cxnLst/>
            <a:rect r="r" b="b" t="t" l="l"/>
            <a:pathLst>
              <a:path h="2560333" w="1280166">
                <a:moveTo>
                  <a:pt x="0" y="0"/>
                </a:moveTo>
                <a:lnTo>
                  <a:pt x="1280166" y="0"/>
                </a:lnTo>
                <a:lnTo>
                  <a:pt x="1280166" y="2560333"/>
                </a:lnTo>
                <a:lnTo>
                  <a:pt x="0" y="2560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1191" y="10014012"/>
            <a:ext cx="3497580" cy="1214370"/>
          </a:xfrm>
          <a:custGeom>
            <a:avLst/>
            <a:gdLst/>
            <a:ahLst/>
            <a:cxnLst/>
            <a:rect r="r" b="b" t="t" l="l"/>
            <a:pathLst>
              <a:path h="1214370" w="3497580">
                <a:moveTo>
                  <a:pt x="0" y="0"/>
                </a:moveTo>
                <a:lnTo>
                  <a:pt x="3497580" y="0"/>
                </a:lnTo>
                <a:lnTo>
                  <a:pt x="3497580" y="1214371"/>
                </a:lnTo>
                <a:lnTo>
                  <a:pt x="0" y="1214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6672" r="0" b="-4667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95144" y="2732876"/>
            <a:ext cx="6067319" cy="111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9"/>
              </a:lnSpc>
              <a:spcBef>
                <a:spcPct val="0"/>
              </a:spcBef>
            </a:pP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48" y="7211377"/>
            <a:ext cx="5704335" cy="141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1"/>
              </a:lnSpc>
            </a:pPr>
            <a:r>
              <a:rPr lang="en-US" sz="399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HOC₆H₄NHCOCH₃</a:t>
            </a:r>
          </a:p>
          <a:p>
            <a:pPr algn="ctr">
              <a:lnSpc>
                <a:spcPts val="5591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40601" y="10014012"/>
            <a:ext cx="4288438" cy="1214370"/>
          </a:xfrm>
          <a:custGeom>
            <a:avLst/>
            <a:gdLst/>
            <a:ahLst/>
            <a:cxnLst/>
            <a:rect r="r" b="b" t="t" l="l"/>
            <a:pathLst>
              <a:path h="1214370" w="4288438">
                <a:moveTo>
                  <a:pt x="0" y="0"/>
                </a:moveTo>
                <a:lnTo>
                  <a:pt x="4288437" y="0"/>
                </a:lnTo>
                <a:lnTo>
                  <a:pt x="4288437" y="1214371"/>
                </a:lnTo>
                <a:lnTo>
                  <a:pt x="0" y="1214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8531" r="0" b="-6853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1191" y="10009668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8C + 9H + 1N + 2O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1191" y="10692765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80930" y="10009668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4443" y="9949242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4443" y="10555985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99578" y="10504064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72340" y="2344662"/>
            <a:ext cx="3377575" cy="3001093"/>
          </a:xfrm>
          <a:custGeom>
            <a:avLst/>
            <a:gdLst/>
            <a:ahLst/>
            <a:cxnLst/>
            <a:rect r="r" b="b" t="t" l="l"/>
            <a:pathLst>
              <a:path h="3001093" w="3377575">
                <a:moveTo>
                  <a:pt x="0" y="0"/>
                </a:moveTo>
                <a:lnTo>
                  <a:pt x="3377575" y="0"/>
                </a:lnTo>
                <a:lnTo>
                  <a:pt x="3377575" y="3001093"/>
                </a:lnTo>
                <a:lnTo>
                  <a:pt x="0" y="3001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44046" y="6378435"/>
            <a:ext cx="3505869" cy="2584326"/>
          </a:xfrm>
          <a:custGeom>
            <a:avLst/>
            <a:gdLst/>
            <a:ahLst/>
            <a:cxnLst/>
            <a:rect r="r" b="b" t="t" l="l"/>
            <a:pathLst>
              <a:path h="2584326" w="3505869">
                <a:moveTo>
                  <a:pt x="0" y="0"/>
                </a:moveTo>
                <a:lnTo>
                  <a:pt x="3505869" y="0"/>
                </a:lnTo>
                <a:lnTo>
                  <a:pt x="3505869" y="2584326"/>
                </a:lnTo>
                <a:lnTo>
                  <a:pt x="0" y="2584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2119" y="10000433"/>
            <a:ext cx="3677147" cy="1292662"/>
          </a:xfrm>
          <a:custGeom>
            <a:avLst/>
            <a:gdLst/>
            <a:ahLst/>
            <a:cxnLst/>
            <a:rect r="r" b="b" t="t" l="l"/>
            <a:pathLst>
              <a:path h="1292662" w="3677147">
                <a:moveTo>
                  <a:pt x="0" y="0"/>
                </a:moveTo>
                <a:lnTo>
                  <a:pt x="3677147" y="0"/>
                </a:lnTo>
                <a:lnTo>
                  <a:pt x="3677147" y="1292661"/>
                </a:lnTo>
                <a:lnTo>
                  <a:pt x="0" y="1292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461" r="0" b="-1546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95144" y="2732876"/>
            <a:ext cx="6067319" cy="111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9"/>
              </a:lnSpc>
              <a:spcBef>
                <a:spcPct val="0"/>
              </a:spcBef>
            </a:pP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3752" y="7199906"/>
            <a:ext cx="5189527" cy="133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37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CH₃COOC₆H₄COOH</a:t>
            </a:r>
          </a:p>
          <a:p>
            <a:pPr algn="ctr">
              <a:lnSpc>
                <a:spcPts val="528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72768" y="9991461"/>
            <a:ext cx="4209748" cy="1292662"/>
          </a:xfrm>
          <a:custGeom>
            <a:avLst/>
            <a:gdLst/>
            <a:ahLst/>
            <a:cxnLst/>
            <a:rect r="r" b="b" t="t" l="l"/>
            <a:pathLst>
              <a:path h="1292662" w="4209748">
                <a:moveTo>
                  <a:pt x="0" y="0"/>
                </a:moveTo>
                <a:lnTo>
                  <a:pt x="4209748" y="0"/>
                </a:lnTo>
                <a:lnTo>
                  <a:pt x="4209748" y="1292662"/>
                </a:lnTo>
                <a:lnTo>
                  <a:pt x="0" y="12926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942" r="0" b="-2494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4864" y="9964497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9C + 8H + 4O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4864" y="10608614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80930" y="9964497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41097" y="983632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94435" y="10548188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31745" y="9904070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9384" y="10484753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44350" cy="11944350"/>
          </a:xfrm>
          <a:custGeom>
            <a:avLst/>
            <a:gdLst/>
            <a:ahLst/>
            <a:cxnLst/>
            <a:rect r="r" b="b" t="t" l="l"/>
            <a:pathLst>
              <a:path h="11944350" w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9564" y="2340816"/>
            <a:ext cx="3213918" cy="2949973"/>
          </a:xfrm>
          <a:custGeom>
            <a:avLst/>
            <a:gdLst/>
            <a:ahLst/>
            <a:cxnLst/>
            <a:rect r="r" b="b" t="t" l="l"/>
            <a:pathLst>
              <a:path h="2949973" w="3213918">
                <a:moveTo>
                  <a:pt x="0" y="0"/>
                </a:moveTo>
                <a:lnTo>
                  <a:pt x="3213918" y="0"/>
                </a:lnTo>
                <a:lnTo>
                  <a:pt x="3213918" y="2949973"/>
                </a:lnTo>
                <a:lnTo>
                  <a:pt x="0" y="2949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09564" y="6416765"/>
            <a:ext cx="2979943" cy="2581504"/>
          </a:xfrm>
          <a:custGeom>
            <a:avLst/>
            <a:gdLst/>
            <a:ahLst/>
            <a:cxnLst/>
            <a:rect r="r" b="b" t="t" l="l"/>
            <a:pathLst>
              <a:path h="2581504" w="2979943">
                <a:moveTo>
                  <a:pt x="0" y="0"/>
                </a:moveTo>
                <a:lnTo>
                  <a:pt x="2979942" y="0"/>
                </a:lnTo>
                <a:lnTo>
                  <a:pt x="2979942" y="2581503"/>
                </a:lnTo>
                <a:lnTo>
                  <a:pt x="0" y="2581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5300" y="9941639"/>
            <a:ext cx="3373980" cy="1342691"/>
          </a:xfrm>
          <a:custGeom>
            <a:avLst/>
            <a:gdLst/>
            <a:ahLst/>
            <a:cxnLst/>
            <a:rect r="r" b="b" t="t" l="l"/>
            <a:pathLst>
              <a:path h="1342691" w="3373980">
                <a:moveTo>
                  <a:pt x="0" y="0"/>
                </a:moveTo>
                <a:lnTo>
                  <a:pt x="3373980" y="0"/>
                </a:lnTo>
                <a:lnTo>
                  <a:pt x="3373980" y="1342690"/>
                </a:lnTo>
                <a:lnTo>
                  <a:pt x="0" y="1342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618" r="0" b="-2061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68308" y="10091879"/>
            <a:ext cx="4202945" cy="1202685"/>
          </a:xfrm>
          <a:custGeom>
            <a:avLst/>
            <a:gdLst/>
            <a:ahLst/>
            <a:cxnLst/>
            <a:rect r="r" b="b" t="t" l="l"/>
            <a:pathLst>
              <a:path h="1202685" w="4202945">
                <a:moveTo>
                  <a:pt x="0" y="0"/>
                </a:moveTo>
                <a:lnTo>
                  <a:pt x="4202945" y="0"/>
                </a:lnTo>
                <a:lnTo>
                  <a:pt x="4202945" y="1202686"/>
                </a:lnTo>
                <a:lnTo>
                  <a:pt x="0" y="1202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209" r="0" b="-4820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725" y="2761495"/>
            <a:ext cx="6067319" cy="111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9"/>
              </a:lnSpc>
              <a:spcBef>
                <a:spcPct val="0"/>
              </a:spcBef>
            </a:pP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6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069" y="7020945"/>
            <a:ext cx="5657292" cy="82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7"/>
              </a:lnSpc>
              <a:spcBef>
                <a:spcPct val="0"/>
              </a:spcBef>
            </a:pPr>
            <a:r>
              <a:rPr lang="en-US" b="true" sz="456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(CH₃)₃C</a:t>
            </a:r>
            <a:r>
              <a:rPr lang="en-US" b="true" sz="456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₅HN₄O₂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4864" y="9964497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atom count verified: 8C + 10H + 4N + 2O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4864" y="10608614"/>
            <a:ext cx="2935449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carbon tetravalency checked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80930" y="10616411"/>
            <a:ext cx="3458304" cy="6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connectivity across all four representations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68308" y="9964497"/>
            <a:ext cx="3970119" cy="95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bond orders and heteroatom valences checked</a:t>
            </a:r>
          </a:p>
          <a:p>
            <a:pPr algn="l">
              <a:lnSpc>
                <a:spcPts val="251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34277" y="9904070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4277" y="10548188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3" y="0"/>
                </a:lnTo>
                <a:lnTo>
                  <a:pt x="641023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54730" y="9868489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7286" y="10548188"/>
            <a:ext cx="641022" cy="724319"/>
          </a:xfrm>
          <a:custGeom>
            <a:avLst/>
            <a:gdLst/>
            <a:ahLst/>
            <a:cxnLst/>
            <a:rect r="r" b="b" t="t" l="l"/>
            <a:pathLst>
              <a:path h="724319" w="641022">
                <a:moveTo>
                  <a:pt x="0" y="0"/>
                </a:moveTo>
                <a:lnTo>
                  <a:pt x="641022" y="0"/>
                </a:lnTo>
                <a:lnTo>
                  <a:pt x="641022" y="724319"/>
                </a:lnTo>
                <a:lnTo>
                  <a:pt x="0" y="72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DAHX_31i8lA</dc:identifier>
  <dcterms:modified xsi:type="dcterms:W3CDTF">2011-08-01T06:04:30Z</dcterms:modified>
  <cp:revision>1</cp:revision>
  <dc:title>CзН8</dc:title>
</cp:coreProperties>
</file>